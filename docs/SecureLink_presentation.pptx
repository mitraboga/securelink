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SecureLink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Production-grade encrypted messaging and attack detection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Snowflake / UNC5537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The June 2024 customer data theft campaign showed how stolen credentials and missing MFA can lead to cloud data theft and extortion.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What Failed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Stolen credentials, missing MFA, weak network allow lists, stale secrets, and limited anomaly detection created avoidable exposure.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Cryptography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AES-GCM, SHA-256, HMAC, RSA-PSS signatures, Diffie-Hellman, and JWT authentication.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FastAPI, PostgreSQL, Streamlit, Prometheus, Grafana, Redis, and Caddy TLS.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10332720" cy="58552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Message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JWT auth, DH-derived session key, AES-GCM encryption, HMAC, RSA signature, verification before decrypt.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Attack Simulations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Replay, tampering, invalid signature, MITM, and brute-force login attempts are blocked or logged.</a:t>
            </a:r>
          </a:p>
        </p:txBody>
      </p:sp>
      <p:pic>
        <p:nvPicPr>
          <p:cNvPr id="4" name="Picture 3" descr="attack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10332720" cy="58552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Security events appear in Streamlit; API metrics are exported to Prometheus and Grafana.</a:t>
            </a:r>
          </a:p>
        </p:txBody>
      </p:sp>
      <p:pic>
        <p:nvPicPr>
          <p:cNvPr id="4" name="Picture 3" descr="dashboard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10332720" cy="58552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Use TLS, rate limiting, key rotation, audit logging, least privilege, and continuous monitoring.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SecureLink demonstrates layered cryptographic controls and intrusion-detection style visibility.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